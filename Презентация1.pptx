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8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72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92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0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96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8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4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7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0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9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95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2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3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202CAAE-B88B-4A0D-9AC5-2205A6F72F3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C381697-53D4-4AAB-AE0E-1859396894C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57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41821" y="1726361"/>
            <a:ext cx="57083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effectLst/>
              </a:rPr>
              <a:t>Генератор музыки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60267" y="4386634"/>
            <a:ext cx="9736063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4000" b="1" dirty="0">
                <a:ln w="22225">
                  <a:solidFill>
                    <a:schemeClr val="accent2"/>
                  </a:solidFill>
                  <a:prstDash val="solid"/>
                </a:ln>
              </a:rPr>
              <a:t>Команда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</a:rPr>
              <a:t>:</a:t>
            </a:r>
          </a:p>
          <a:p>
            <a:r>
              <a:rPr lang="ru-RU" sz="4000" b="1" dirty="0">
                <a:ln w="22225">
                  <a:solidFill>
                    <a:schemeClr val="accent2"/>
                  </a:solidFill>
                  <a:prstDash val="solid"/>
                </a:ln>
              </a:rPr>
              <a:t>Яковлев Андрей (интерфейс)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</a:endParaRPr>
          </a:p>
          <a:p>
            <a:r>
              <a:rPr lang="ru-RU" sz="4000" b="1" dirty="0">
                <a:ln w="22225">
                  <a:solidFill>
                    <a:schemeClr val="accent2"/>
                  </a:solidFill>
                  <a:prstDash val="solid"/>
                </a:ln>
              </a:rPr>
              <a:t>Расторгуев Александр (генерация музыки)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8762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45956" y="528457"/>
            <a:ext cx="43000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>
                <a:ln w="22225">
                  <a:solidFill>
                    <a:schemeClr val="accent2"/>
                  </a:solidFill>
                  <a:prstDash val="solid"/>
                </a:ln>
              </a:rPr>
              <a:t>Инструментарий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258" y="1798586"/>
            <a:ext cx="11685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1) </a:t>
            </a:r>
            <a:r>
              <a:rPr lang="en-US" sz="3200" b="1" dirty="0" err="1">
                <a:ln w="22225">
                  <a:solidFill>
                    <a:schemeClr val="accent2"/>
                  </a:solidFill>
                  <a:prstDash val="solid"/>
                </a:ln>
              </a:rPr>
              <a:t>Tkinter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(интерфейс)</a:t>
            </a:r>
          </a:p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2)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Transformers, torch, </a:t>
            </a:r>
            <a:r>
              <a:rPr lang="en-US" sz="3200" b="1" dirty="0" err="1">
                <a:ln w="22225">
                  <a:solidFill>
                    <a:schemeClr val="accent2"/>
                  </a:solidFill>
                  <a:prstDash val="solid"/>
                </a:ln>
              </a:rPr>
              <a:t>scipy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(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генерация звука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)</a:t>
            </a:r>
            <a:endParaRPr lang="ru-RU" sz="3200" b="1" dirty="0">
              <a:ln w="22225">
                <a:solidFill>
                  <a:schemeClr val="accent2"/>
                </a:solidFill>
                <a:prstDash val="solid"/>
              </a:ln>
            </a:endParaRPr>
          </a:p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3) </a:t>
            </a:r>
            <a:r>
              <a:rPr lang="en-US" sz="3200" b="1" dirty="0" err="1">
                <a:ln w="22225">
                  <a:solidFill>
                    <a:schemeClr val="accent2"/>
                  </a:solidFill>
                  <a:prstDash val="solid"/>
                </a:ln>
              </a:rPr>
              <a:t>Pygame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(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воспроизведение звука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)</a:t>
            </a:r>
            <a:endParaRPr lang="ru-RU" sz="3200" b="1" dirty="0">
              <a:ln w="22225">
                <a:solidFill>
                  <a:schemeClr val="accent2"/>
                </a:solidFill>
                <a:prstDash val="solid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4718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69CC3A-5413-665E-DBA5-A0D09E20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EA6AA44B-3D76-BC5D-DD45-7241C57F9B88}"/>
              </a:ext>
            </a:extLst>
          </p:cNvPr>
          <p:cNvSpPr/>
          <p:nvPr/>
        </p:nvSpPr>
        <p:spPr>
          <a:xfrm>
            <a:off x="4657337" y="528457"/>
            <a:ext cx="28773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>
                <a:ln w="22225">
                  <a:solidFill>
                    <a:schemeClr val="accent2"/>
                  </a:solidFill>
                  <a:prstDash val="solid"/>
                </a:ln>
              </a:rPr>
              <a:t>Интерфейс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FE71B64-8325-D69A-1664-FC39DE10E62C}"/>
              </a:ext>
            </a:extLst>
          </p:cNvPr>
          <p:cNvSpPr/>
          <p:nvPr/>
        </p:nvSpPr>
        <p:spPr>
          <a:xfrm>
            <a:off x="111258" y="1798586"/>
            <a:ext cx="11685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Для создания интерфейса использовалась библиотека 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Tkinter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.</a:t>
            </a:r>
          </a:p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Создаётся главное окно, несколько полей для ввода запросов, </a:t>
            </a:r>
          </a:p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инструментарий для проигрывания музыки.</a:t>
            </a:r>
          </a:p>
        </p:txBody>
      </p:sp>
    </p:spTree>
    <p:extLst>
      <p:ext uri="{BB962C8B-B14F-4D97-AF65-F5344CB8AC3E}">
        <p14:creationId xmlns:p14="http://schemas.microsoft.com/office/powerpoint/2010/main" val="260210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E01E13-0457-515C-B229-AB256792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7B7CD332-7559-B760-8130-3CFA04A52752}"/>
              </a:ext>
            </a:extLst>
          </p:cNvPr>
          <p:cNvSpPr/>
          <p:nvPr/>
        </p:nvSpPr>
        <p:spPr>
          <a:xfrm>
            <a:off x="3706275" y="528457"/>
            <a:ext cx="47794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>
                <a:ln w="22225">
                  <a:solidFill>
                    <a:schemeClr val="accent2"/>
                  </a:solidFill>
                  <a:prstDash val="solid"/>
                </a:ln>
              </a:rPr>
              <a:t>Генерация музыки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E9D27843-6295-7713-7430-7CBDC1AF0EA2}"/>
              </a:ext>
            </a:extLst>
          </p:cNvPr>
          <p:cNvSpPr/>
          <p:nvPr/>
        </p:nvSpPr>
        <p:spPr>
          <a:xfrm>
            <a:off x="111258" y="1798586"/>
            <a:ext cx="116853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Для создания треков используется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open-source 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модель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</a:t>
            </a:r>
            <a:r>
              <a:rPr lang="en-US" sz="3200" b="1" dirty="0" err="1">
                <a:ln w="22225">
                  <a:solidFill>
                    <a:schemeClr val="accent2"/>
                  </a:solidFill>
                  <a:prstDash val="solid"/>
                </a:ln>
              </a:rPr>
              <a:t>MusicGen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-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Small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типа Трансформер, самая маленькая из семейства. Она быстрее всех и хорошо подходит для демо, но качество результатов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 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ниже, чем у больших моделей. Для локальной установки требуется наличие ядер 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CUDA </a:t>
            </a:r>
            <a:r>
              <a:rPr lang="ru-RU" sz="3200" b="1">
                <a:ln w="22225">
                  <a:solidFill>
                    <a:schemeClr val="accent2"/>
                  </a:solidFill>
                  <a:prstDash val="solid"/>
                </a:ln>
              </a:rPr>
              <a:t>и большой </a:t>
            </a:r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объём видеопамяти.</a:t>
            </a:r>
          </a:p>
        </p:txBody>
      </p:sp>
    </p:spTree>
    <p:extLst>
      <p:ext uri="{BB962C8B-B14F-4D97-AF65-F5344CB8AC3E}">
        <p14:creationId xmlns:p14="http://schemas.microsoft.com/office/powerpoint/2010/main" val="347393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8332E4-A35A-AB4C-33D5-8B1F6121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7A29438A-2985-5764-6617-A784D06AF894}"/>
              </a:ext>
            </a:extLst>
          </p:cNvPr>
          <p:cNvSpPr/>
          <p:nvPr/>
        </p:nvSpPr>
        <p:spPr>
          <a:xfrm>
            <a:off x="3253716" y="528457"/>
            <a:ext cx="56845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>
                <a:ln w="22225">
                  <a:solidFill>
                    <a:schemeClr val="accent2"/>
                  </a:solidFill>
                  <a:prstDash val="solid"/>
                </a:ln>
              </a:rPr>
              <a:t>Дальнейшее развитие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CE8D913-93D0-8D98-1213-3366150F6665}"/>
              </a:ext>
            </a:extLst>
          </p:cNvPr>
          <p:cNvSpPr/>
          <p:nvPr/>
        </p:nvSpPr>
        <p:spPr>
          <a:xfrm>
            <a:off x="111258" y="1798586"/>
            <a:ext cx="11685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</a:rPr>
              <a:t>Создание сервиса, который будет работать в онлайн режиме, расширение набора моделей на выбор, добавление новых возможностей по настройке и дообучению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85000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50581" y="441370"/>
            <a:ext cx="56637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</a:rPr>
              <a:t>Спасибо за внимание!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2736881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144</Words>
  <Application>Microsoft Office PowerPoint</Application>
  <PresentationFormat>Широкоэкранный</PresentationFormat>
  <Paragraphs>17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</dc:creator>
  <cp:lastModifiedBy>Andrey</cp:lastModifiedBy>
  <cp:revision>9</cp:revision>
  <dcterms:created xsi:type="dcterms:W3CDTF">2024-12-17T18:33:15Z</dcterms:created>
  <dcterms:modified xsi:type="dcterms:W3CDTF">2024-12-18T08:03:31Z</dcterms:modified>
</cp:coreProperties>
</file>