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728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13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04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348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92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50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3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0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253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153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28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2CAAE-B88B-4A0D-9AC5-2205A6F72F37}" type="datetimeFigureOut">
              <a:rPr lang="en-US" smtClean="0"/>
              <a:t>12/17/2024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381697-53D4-4AAB-AE0E-185939689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16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194011" y="0"/>
            <a:ext cx="5708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rPr>
              <a:t>Генератор музыки</a:t>
            </a:r>
            <a:endParaRPr lang="ru-RU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-55347" y="4598911"/>
            <a:ext cx="9908738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ru-RU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Команда</a:t>
            </a:r>
            <a:r>
              <a:rPr lang="en-US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:</a:t>
            </a:r>
            <a:endParaRPr lang="en-US" sz="40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en-US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1)</a:t>
            </a:r>
            <a:r>
              <a:rPr lang="ru-RU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Яковлев Андрей (интерфейс)</a:t>
            </a:r>
            <a:endParaRPr lang="en-US" sz="40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en-US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2)</a:t>
            </a:r>
            <a:r>
              <a:rPr lang="ru-RU" sz="40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Расторгуев Александр (создание музыки)</a:t>
            </a:r>
            <a:endParaRPr lang="en-US" sz="40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7623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028470" y="285981"/>
            <a:ext cx="61633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</a:rPr>
              <a:t>Инструментарий</a:t>
            </a:r>
            <a:endParaRPr lang="ru-RU" sz="3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96890" y="1274118"/>
            <a:ext cx="4956613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1)</a:t>
            </a:r>
            <a:r>
              <a:rPr lang="en-US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Tkinter</a:t>
            </a:r>
            <a:r>
              <a:rPr lang="ru-RU" sz="32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(для интерфейса)</a:t>
            </a:r>
          </a:p>
          <a:p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2)</a:t>
            </a:r>
            <a:endParaRPr lang="ru-RU" sz="32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ru-RU" sz="32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205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872486" y="136569"/>
            <a:ext cx="287732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</a:rPr>
              <a:t>Интерфейс</a:t>
            </a:r>
            <a:endParaRPr lang="ru-RU" sz="44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11258" y="5064301"/>
            <a:ext cx="1168534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Для создания интерфейса использовалась библиотека </a:t>
            </a:r>
            <a:r>
              <a:rPr lang="en-US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Tkinter</a:t>
            </a:r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Создаётся главное окно, несколько полей для ввода запросов, </a:t>
            </a:r>
          </a:p>
          <a:p>
            <a:r>
              <a:rPr lang="ru-RU" sz="32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инструментарий для проигрывания музыки.</a:t>
            </a:r>
            <a:endParaRPr lang="ru-RU" sz="32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18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878326" y="0"/>
            <a:ext cx="456682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</a:rPr>
              <a:t>Создание музыки</a:t>
            </a:r>
          </a:p>
        </p:txBody>
      </p:sp>
    </p:spTree>
    <p:extLst>
      <p:ext uri="{BB962C8B-B14F-4D97-AF65-F5344CB8AC3E}">
        <p14:creationId xmlns:p14="http://schemas.microsoft.com/office/powerpoint/2010/main" val="2357887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050522" y="82781"/>
            <a:ext cx="568456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</a:rPr>
              <a:t>Дальнейшее развитие</a:t>
            </a:r>
            <a:endParaRPr lang="ru-RU" sz="44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960281"/>
            <a:ext cx="111461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Создание сервиса, который будет работать в онлайн режиме.</a:t>
            </a:r>
            <a:endParaRPr lang="ru-RU" sz="3600" b="1" dirty="0" smtClean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169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108748" y="662499"/>
            <a:ext cx="566373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03478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67</Words>
  <Application>Microsoft Office PowerPoint</Application>
  <PresentationFormat>Широкоэкранный</PresentationFormat>
  <Paragraphs>15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</dc:creator>
  <cp:lastModifiedBy>Andrey</cp:lastModifiedBy>
  <cp:revision>6</cp:revision>
  <dcterms:created xsi:type="dcterms:W3CDTF">2024-12-17T18:33:15Z</dcterms:created>
  <dcterms:modified xsi:type="dcterms:W3CDTF">2024-12-17T19:18:51Z</dcterms:modified>
</cp:coreProperties>
</file>